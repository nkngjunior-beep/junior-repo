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6" d="100"/>
          <a:sy n="96" d="100"/>
        </p:scale>
        <p:origin x="86"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7/18/2025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5391" y="161469"/>
            <a:ext cx="4601217" cy="6535062"/>
          </a:xfrm>
          <a:prstGeom prst="rect">
            <a:avLst/>
          </a:prstGeom>
        </p:spPr>
      </p:pic>
    </p:spTree>
    <p:extLst>
      <p:ext uri="{BB962C8B-B14F-4D97-AF65-F5344CB8AC3E}">
        <p14:creationId xmlns:p14="http://schemas.microsoft.com/office/powerpoint/2010/main" val="3032244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chemeClr val="accent1"/>
                </a:solidFill>
              </a:rPr>
              <a:t>OUTLINE</a:t>
            </a:r>
            <a:endParaRPr lang="en-GB" b="1" dirty="0">
              <a:solidFill>
                <a:schemeClr val="accent1"/>
              </a:solidFill>
            </a:endParaRPr>
          </a:p>
        </p:txBody>
      </p:sp>
      <p:sp>
        <p:nvSpPr>
          <p:cNvPr id="3" name="Content Placeholder 2"/>
          <p:cNvSpPr>
            <a:spLocks noGrp="1"/>
          </p:cNvSpPr>
          <p:nvPr>
            <p:ph idx="1"/>
          </p:nvPr>
        </p:nvSpPr>
        <p:spPr/>
        <p:txBody>
          <a:bodyPr>
            <a:normAutofit/>
          </a:bodyPr>
          <a:lstStyle/>
          <a:p>
            <a:r>
              <a:rPr lang="en-GB" sz="2800" dirty="0" smtClean="0"/>
              <a:t>Introduction</a:t>
            </a:r>
          </a:p>
          <a:p>
            <a:r>
              <a:rPr lang="en-GB" sz="2800" dirty="0" smtClean="0"/>
              <a:t>Problem Statement</a:t>
            </a:r>
          </a:p>
          <a:p>
            <a:r>
              <a:rPr lang="en-GB" sz="2800" dirty="0" smtClean="0"/>
              <a:t>Objective</a:t>
            </a:r>
          </a:p>
          <a:p>
            <a:r>
              <a:rPr lang="en-GB" sz="2800" dirty="0" smtClean="0"/>
              <a:t>Methodology</a:t>
            </a:r>
          </a:p>
          <a:p>
            <a:r>
              <a:rPr lang="en-GB" sz="2800" dirty="0" smtClean="0"/>
              <a:t>Limitation and Recommendation</a:t>
            </a:r>
          </a:p>
          <a:p>
            <a:r>
              <a:rPr lang="en-GB" sz="2800" dirty="0" smtClean="0"/>
              <a:t>conclusion</a:t>
            </a:r>
            <a:endParaRPr lang="en-GB" sz="2800" dirty="0"/>
          </a:p>
        </p:txBody>
      </p:sp>
    </p:spTree>
    <p:extLst>
      <p:ext uri="{BB962C8B-B14F-4D97-AF65-F5344CB8AC3E}">
        <p14:creationId xmlns:p14="http://schemas.microsoft.com/office/powerpoint/2010/main" val="4153667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chemeClr val="accent1"/>
                </a:solidFill>
              </a:rPr>
              <a:t>INTRODUCTION</a:t>
            </a:r>
            <a:endParaRPr lang="en-GB" b="1" dirty="0">
              <a:solidFill>
                <a:schemeClr val="accent1"/>
              </a:solidFill>
            </a:endParaRPr>
          </a:p>
        </p:txBody>
      </p:sp>
      <p:sp>
        <p:nvSpPr>
          <p:cNvPr id="3" name="Content Placeholder 2"/>
          <p:cNvSpPr>
            <a:spLocks noGrp="1"/>
          </p:cNvSpPr>
          <p:nvPr>
            <p:ph idx="1"/>
          </p:nvPr>
        </p:nvSpPr>
        <p:spPr/>
        <p:txBody>
          <a:bodyPr>
            <a:normAutofit/>
          </a:bodyPr>
          <a:lstStyle/>
          <a:p>
            <a:pPr marL="0" indent="0">
              <a:buNone/>
            </a:pPr>
            <a:r>
              <a:rPr lang="en-GB" sz="2800" dirty="0" smtClean="0"/>
              <a:t>This project focuses on simulation a virtual card banking system. The platform enable creation of digital cards that can be used for online shopping and online bills payment. It was also developed to address the safeness of virtual cars over physical cards.</a:t>
            </a:r>
            <a:endParaRPr lang="en-GB" sz="2800" dirty="0"/>
          </a:p>
        </p:txBody>
      </p:sp>
    </p:spTree>
    <p:extLst>
      <p:ext uri="{BB962C8B-B14F-4D97-AF65-F5344CB8AC3E}">
        <p14:creationId xmlns:p14="http://schemas.microsoft.com/office/powerpoint/2010/main" val="2028029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chemeClr val="accent1"/>
                </a:solidFill>
              </a:rPr>
              <a:t>PROBLEM STATEMENT</a:t>
            </a:r>
            <a:endParaRPr lang="en-GB" b="1" dirty="0">
              <a:solidFill>
                <a:schemeClr val="accent1"/>
              </a:solidFill>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GB" sz="2800" dirty="0" smtClean="0"/>
              <a:t>Students cannot afford to use real online banking tools.</a:t>
            </a:r>
          </a:p>
          <a:p>
            <a:pPr>
              <a:buFont typeface="Wingdings" panose="05000000000000000000" pitchFamily="2" charset="2"/>
              <a:buChar char="§"/>
            </a:pPr>
            <a:r>
              <a:rPr lang="en-GB" sz="2800" dirty="0" smtClean="0"/>
              <a:t>Many fear fraud when using online payment platform.</a:t>
            </a:r>
          </a:p>
          <a:p>
            <a:pPr>
              <a:buFont typeface="Wingdings" panose="05000000000000000000" pitchFamily="2" charset="2"/>
              <a:buChar char="§"/>
            </a:pPr>
            <a:r>
              <a:rPr lang="en-GB" sz="2800" dirty="0" smtClean="0"/>
              <a:t>Real banking platform are not made for learning.</a:t>
            </a:r>
          </a:p>
          <a:p>
            <a:pPr marL="0" indent="0">
              <a:buNone/>
            </a:pPr>
            <a:endParaRPr lang="en-GB" dirty="0"/>
          </a:p>
        </p:txBody>
      </p:sp>
    </p:spTree>
    <p:extLst>
      <p:ext uri="{BB962C8B-B14F-4D97-AF65-F5344CB8AC3E}">
        <p14:creationId xmlns:p14="http://schemas.microsoft.com/office/powerpoint/2010/main" val="173718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chemeClr val="accent1"/>
                </a:solidFill>
              </a:rPr>
              <a:t>OBJECTIVE</a:t>
            </a:r>
            <a:endParaRPr lang="en-GB" b="1" dirty="0">
              <a:solidFill>
                <a:schemeClr val="accent1"/>
              </a:solidFill>
            </a:endParaRPr>
          </a:p>
        </p:txBody>
      </p:sp>
      <p:sp>
        <p:nvSpPr>
          <p:cNvPr id="3" name="Content Placeholder 2"/>
          <p:cNvSpPr>
            <a:spLocks noGrp="1"/>
          </p:cNvSpPr>
          <p:nvPr>
            <p:ph idx="1"/>
          </p:nvPr>
        </p:nvSpPr>
        <p:spPr/>
        <p:txBody>
          <a:bodyPr>
            <a:noAutofit/>
          </a:bodyPr>
          <a:lstStyle/>
          <a:p>
            <a:r>
              <a:rPr lang="en-GB" sz="2800" dirty="0" smtClean="0"/>
              <a:t>To show users how virtual cards are generated and used.</a:t>
            </a:r>
          </a:p>
          <a:p>
            <a:r>
              <a:rPr lang="en-GB" sz="2800" dirty="0" smtClean="0"/>
              <a:t>To allow students and beginners to practice digital banking without using real money</a:t>
            </a:r>
          </a:p>
          <a:p>
            <a:r>
              <a:rPr lang="en-GB" sz="2800" dirty="0" smtClean="0"/>
              <a:t>To design a simple system that shows how virtual cards work.</a:t>
            </a:r>
          </a:p>
          <a:p>
            <a:r>
              <a:rPr lang="en-GB" sz="2800" dirty="0" smtClean="0"/>
              <a:t>To reduce fear of online payment through hands on learning </a:t>
            </a:r>
            <a:endParaRPr lang="en-GB" sz="2800" dirty="0"/>
          </a:p>
        </p:txBody>
      </p:sp>
    </p:spTree>
    <p:extLst>
      <p:ext uri="{BB962C8B-B14F-4D97-AF65-F5344CB8AC3E}">
        <p14:creationId xmlns:p14="http://schemas.microsoft.com/office/powerpoint/2010/main" val="3914651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1811" y="-253628"/>
            <a:ext cx="3505199" cy="976312"/>
          </a:xfrm>
        </p:spPr>
        <p:txBody>
          <a:bodyPr>
            <a:normAutofit fontScale="90000"/>
          </a:bodyPr>
          <a:lstStyle/>
          <a:p>
            <a:r>
              <a:rPr lang="en-GB" sz="3600" b="1" dirty="0" smtClean="0">
                <a:solidFill>
                  <a:schemeClr val="accent1"/>
                </a:solidFill>
              </a:rPr>
              <a:t>METHODOLOGY</a:t>
            </a:r>
            <a:endParaRPr lang="en-GB" sz="3600" b="1" dirty="0">
              <a:solidFill>
                <a:schemeClr val="accent1"/>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23013" y="1332233"/>
            <a:ext cx="5181600" cy="4528816"/>
          </a:xfrm>
        </p:spPr>
      </p:pic>
      <p:sp>
        <p:nvSpPr>
          <p:cNvPr id="4" name="Text Placeholder 3"/>
          <p:cNvSpPr>
            <a:spLocks noGrp="1"/>
          </p:cNvSpPr>
          <p:nvPr>
            <p:ph type="body" sz="half" idx="2"/>
          </p:nvPr>
        </p:nvSpPr>
        <p:spPr>
          <a:xfrm>
            <a:off x="2056475" y="1248755"/>
            <a:ext cx="3505199" cy="5128190"/>
          </a:xfrm>
        </p:spPr>
        <p:txBody>
          <a:bodyPr>
            <a:normAutofit lnSpcReduction="10000"/>
          </a:bodyPr>
          <a:lstStyle/>
          <a:p>
            <a:r>
              <a:rPr lang="en-GB" sz="2800" dirty="0" smtClean="0"/>
              <a:t>The sequence diagram here, shows the message flow between the user, frontend, backend logic, and database system.</a:t>
            </a:r>
          </a:p>
          <a:p>
            <a:endParaRPr lang="en-GB" sz="2800" dirty="0" smtClean="0"/>
          </a:p>
          <a:p>
            <a:r>
              <a:rPr lang="en-GB" sz="2800" dirty="0" smtClean="0"/>
              <a:t>This UML diagram plans roles and interactions</a:t>
            </a:r>
            <a:r>
              <a:rPr lang="en-GB" sz="2400" dirty="0" smtClean="0"/>
              <a:t>.</a:t>
            </a:r>
            <a:endParaRPr lang="en-GB" sz="2400" dirty="0"/>
          </a:p>
        </p:txBody>
      </p:sp>
    </p:spTree>
    <p:extLst>
      <p:ext uri="{BB962C8B-B14F-4D97-AF65-F5344CB8AC3E}">
        <p14:creationId xmlns:p14="http://schemas.microsoft.com/office/powerpoint/2010/main" val="4028212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chemeClr val="accent1"/>
                </a:solidFill>
              </a:rPr>
              <a:t>SYSTEM MODULES</a:t>
            </a:r>
            <a:endParaRPr lang="en-GB" b="1" dirty="0">
              <a:solidFill>
                <a:schemeClr val="accent1"/>
              </a:solidFill>
            </a:endParaRPr>
          </a:p>
        </p:txBody>
      </p:sp>
      <p:sp>
        <p:nvSpPr>
          <p:cNvPr id="3" name="Content Placeholder 2"/>
          <p:cNvSpPr>
            <a:spLocks noGrp="1"/>
          </p:cNvSpPr>
          <p:nvPr>
            <p:ph idx="1"/>
          </p:nvPr>
        </p:nvSpPr>
        <p:spPr/>
        <p:txBody>
          <a:bodyPr/>
          <a:lstStyle/>
          <a:p>
            <a:pPr marL="0" indent="0">
              <a:buNone/>
            </a:pPr>
            <a:r>
              <a:rPr lang="en-GB" dirty="0" smtClean="0"/>
              <a:t>User interface of the homepage (login/Register)</a:t>
            </a:r>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2579" y="2737637"/>
            <a:ext cx="6852368" cy="3851284"/>
          </a:xfrm>
          <a:prstGeom prst="rect">
            <a:avLst/>
          </a:prstGeom>
        </p:spPr>
      </p:pic>
    </p:spTree>
    <p:extLst>
      <p:ext uri="{BB962C8B-B14F-4D97-AF65-F5344CB8AC3E}">
        <p14:creationId xmlns:p14="http://schemas.microsoft.com/office/powerpoint/2010/main" val="1975268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57996" y="1742116"/>
            <a:ext cx="3992732" cy="576262"/>
          </a:xfrm>
        </p:spPr>
        <p:txBody>
          <a:bodyPr/>
          <a:lstStyle/>
          <a:p>
            <a:r>
              <a:rPr lang="en-GB" sz="2000" dirty="0" smtClean="0"/>
              <a:t>Card Generator Dashboard</a:t>
            </a:r>
            <a:endParaRPr lang="en-GB" sz="2000" dirty="0"/>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857375" y="2545737"/>
            <a:ext cx="4343400" cy="3290519"/>
          </a:xfrm>
        </p:spPr>
      </p:pic>
      <p:sp>
        <p:nvSpPr>
          <p:cNvPr id="5" name="Text Placeholder 4"/>
          <p:cNvSpPr>
            <a:spLocks noGrp="1"/>
          </p:cNvSpPr>
          <p:nvPr>
            <p:ph type="body" sz="quarter" idx="3"/>
          </p:nvPr>
        </p:nvSpPr>
        <p:spPr>
          <a:xfrm>
            <a:off x="7336793" y="1742116"/>
            <a:ext cx="3999001" cy="576262"/>
          </a:xfrm>
        </p:spPr>
        <p:txBody>
          <a:bodyPr/>
          <a:lstStyle/>
          <a:p>
            <a:r>
              <a:rPr lang="en-GB" dirty="0" smtClean="0"/>
              <a:t>Transaction History</a:t>
            </a:r>
            <a:endParaRPr lang="en-GB" dirty="0"/>
          </a:p>
        </p:txBody>
      </p:sp>
      <p:pic>
        <p:nvPicPr>
          <p:cNvPr id="8" name="Content Placeholder 7"/>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7167563" y="2545737"/>
            <a:ext cx="4338637" cy="3290519"/>
          </a:xfrm>
        </p:spPr>
      </p:pic>
    </p:spTree>
    <p:extLst>
      <p:ext uri="{BB962C8B-B14F-4D97-AF65-F5344CB8AC3E}">
        <p14:creationId xmlns:p14="http://schemas.microsoft.com/office/powerpoint/2010/main" val="7490477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4670" y="-133184"/>
            <a:ext cx="8915399" cy="2262781"/>
          </a:xfrm>
        </p:spPr>
        <p:txBody>
          <a:bodyPr/>
          <a:lstStyle/>
          <a:p>
            <a:r>
              <a:rPr lang="en-GB" b="1" dirty="0" smtClean="0">
                <a:solidFill>
                  <a:schemeClr val="accent1"/>
                </a:solidFill>
              </a:rPr>
              <a:t>LIMITATION</a:t>
            </a:r>
            <a:endParaRPr lang="en-GB" b="1" dirty="0">
              <a:solidFill>
                <a:schemeClr val="accent1"/>
              </a:solidFill>
            </a:endParaRPr>
          </a:p>
        </p:txBody>
      </p:sp>
      <p:sp>
        <p:nvSpPr>
          <p:cNvPr id="3" name="Subtitle 2"/>
          <p:cNvSpPr>
            <a:spLocks noGrp="1"/>
          </p:cNvSpPr>
          <p:nvPr>
            <p:ph type="subTitle" idx="1"/>
          </p:nvPr>
        </p:nvSpPr>
        <p:spPr>
          <a:xfrm>
            <a:off x="2207550" y="2495355"/>
            <a:ext cx="8915399" cy="2879727"/>
          </a:xfrm>
        </p:spPr>
        <p:txBody>
          <a:bodyPr>
            <a:normAutofit/>
          </a:bodyPr>
          <a:lstStyle/>
          <a:p>
            <a:pPr marL="285750" indent="-285750">
              <a:buFont typeface="Wingdings" panose="05000000000000000000" pitchFamily="2" charset="2"/>
              <a:buChar char="Ø"/>
            </a:pPr>
            <a:r>
              <a:rPr lang="en-GB" sz="2800" dirty="0" smtClean="0"/>
              <a:t>No real time APIs</a:t>
            </a:r>
          </a:p>
          <a:p>
            <a:pPr marL="285750" indent="-285750">
              <a:buFont typeface="Wingdings" panose="05000000000000000000" pitchFamily="2" charset="2"/>
              <a:buChar char="Ø"/>
            </a:pPr>
            <a:r>
              <a:rPr lang="en-GB" sz="2800" dirty="0" smtClean="0"/>
              <a:t>Web only platform (No mobile App)</a:t>
            </a:r>
          </a:p>
          <a:p>
            <a:pPr marL="285750" indent="-285750">
              <a:buFont typeface="Wingdings" panose="05000000000000000000" pitchFamily="2" charset="2"/>
              <a:buChar char="Ø"/>
            </a:pPr>
            <a:r>
              <a:rPr lang="en-GB" sz="2800" dirty="0" smtClean="0"/>
              <a:t>Small user sample to test the platform</a:t>
            </a:r>
          </a:p>
        </p:txBody>
      </p:sp>
    </p:spTree>
    <p:extLst>
      <p:ext uri="{BB962C8B-B14F-4D97-AF65-F5344CB8AC3E}">
        <p14:creationId xmlns:p14="http://schemas.microsoft.com/office/powerpoint/2010/main" val="1725647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51891" y="0"/>
            <a:ext cx="8915399" cy="2262781"/>
          </a:xfrm>
        </p:spPr>
        <p:txBody>
          <a:bodyPr>
            <a:normAutofit/>
          </a:bodyPr>
          <a:lstStyle/>
          <a:p>
            <a:r>
              <a:rPr lang="en-GB" sz="3600" b="1" dirty="0" smtClean="0">
                <a:solidFill>
                  <a:schemeClr val="accent1"/>
                </a:solidFill>
              </a:rPr>
              <a:t>RECOMMENDATIONS</a:t>
            </a:r>
            <a:endParaRPr lang="en-GB" sz="3600" b="1" dirty="0">
              <a:solidFill>
                <a:schemeClr val="accent1"/>
              </a:solidFill>
            </a:endParaRPr>
          </a:p>
        </p:txBody>
      </p:sp>
      <p:sp>
        <p:nvSpPr>
          <p:cNvPr id="3" name="Subtitle 2"/>
          <p:cNvSpPr>
            <a:spLocks noGrp="1"/>
          </p:cNvSpPr>
          <p:nvPr>
            <p:ph type="subTitle" idx="1"/>
          </p:nvPr>
        </p:nvSpPr>
        <p:spPr>
          <a:xfrm>
            <a:off x="2215502" y="2877018"/>
            <a:ext cx="8915399" cy="1126283"/>
          </a:xfrm>
        </p:spPr>
        <p:txBody>
          <a:bodyPr>
            <a:normAutofit fontScale="25000" lnSpcReduction="20000"/>
          </a:bodyPr>
          <a:lstStyle/>
          <a:p>
            <a:pPr marL="285750" indent="-285750">
              <a:buFont typeface="Wingdings" panose="05000000000000000000" pitchFamily="2" charset="2"/>
              <a:buChar char="Ø"/>
            </a:pPr>
            <a:r>
              <a:rPr lang="en-GB" sz="8600" dirty="0" smtClean="0"/>
              <a:t>Add real APIs</a:t>
            </a:r>
          </a:p>
          <a:p>
            <a:pPr marL="285750" indent="-285750">
              <a:buFont typeface="Wingdings" panose="05000000000000000000" pitchFamily="2" charset="2"/>
              <a:buChar char="Ø"/>
            </a:pPr>
            <a:r>
              <a:rPr lang="en-GB" sz="8600" dirty="0" smtClean="0"/>
              <a:t>Develop mobile version</a:t>
            </a:r>
          </a:p>
          <a:p>
            <a:pPr marL="285750" indent="-285750">
              <a:buFont typeface="Wingdings" panose="05000000000000000000" pitchFamily="2" charset="2"/>
              <a:buChar char="Ø"/>
            </a:pPr>
            <a:r>
              <a:rPr lang="en-GB" sz="8600" dirty="0" smtClean="0"/>
              <a:t>Broaden user testing across different areas</a:t>
            </a:r>
          </a:p>
          <a:p>
            <a:pPr marL="285750" indent="-285750">
              <a:buFont typeface="Wingdings" panose="05000000000000000000" pitchFamily="2" charset="2"/>
              <a:buChar char="Ø"/>
            </a:pPr>
            <a:r>
              <a:rPr lang="en-GB" sz="8600" dirty="0" smtClean="0"/>
              <a:t>Open source the project for collaboration</a:t>
            </a:r>
            <a:r>
              <a:rPr lang="en-GB" dirty="0" smtClean="0"/>
              <a:t>.</a:t>
            </a:r>
            <a:endParaRPr lang="en-GB" dirty="0"/>
          </a:p>
        </p:txBody>
      </p:sp>
    </p:spTree>
    <p:extLst>
      <p:ext uri="{BB962C8B-B14F-4D97-AF65-F5344CB8AC3E}">
        <p14:creationId xmlns:p14="http://schemas.microsoft.com/office/powerpoint/2010/main" val="2134850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89498" y="0"/>
            <a:ext cx="8915399" cy="2262781"/>
          </a:xfrm>
        </p:spPr>
        <p:txBody>
          <a:bodyPr/>
          <a:lstStyle/>
          <a:p>
            <a:r>
              <a:rPr lang="en-GB" sz="3600" b="1" dirty="0" smtClean="0">
                <a:solidFill>
                  <a:schemeClr val="accent1"/>
                </a:solidFill>
              </a:rPr>
              <a:t>CONCLUSION</a:t>
            </a:r>
            <a:r>
              <a:rPr lang="en-GB" dirty="0" smtClean="0"/>
              <a:t> </a:t>
            </a:r>
            <a:endParaRPr lang="en-GB" dirty="0"/>
          </a:p>
        </p:txBody>
      </p:sp>
      <p:sp>
        <p:nvSpPr>
          <p:cNvPr id="3" name="Subtitle 2"/>
          <p:cNvSpPr>
            <a:spLocks noGrp="1"/>
          </p:cNvSpPr>
          <p:nvPr>
            <p:ph type="subTitle" idx="1"/>
          </p:nvPr>
        </p:nvSpPr>
        <p:spPr>
          <a:xfrm>
            <a:off x="1889498" y="2519208"/>
            <a:ext cx="8915399" cy="1126283"/>
          </a:xfrm>
        </p:spPr>
        <p:txBody>
          <a:bodyPr>
            <a:noAutofit/>
          </a:bodyPr>
          <a:lstStyle/>
          <a:p>
            <a:r>
              <a:rPr lang="en-GB" sz="2800" dirty="0" smtClean="0"/>
              <a:t>The project achieved its goals:</a:t>
            </a:r>
          </a:p>
          <a:p>
            <a:pPr marL="285750" indent="-285750">
              <a:buFont typeface="Wingdings" panose="05000000000000000000" pitchFamily="2" charset="2"/>
              <a:buChar char="Ø"/>
            </a:pPr>
            <a:r>
              <a:rPr lang="en-GB" sz="2800" dirty="0" smtClean="0"/>
              <a:t>Simulated online banking functions.</a:t>
            </a:r>
          </a:p>
          <a:p>
            <a:pPr marL="285750" indent="-285750">
              <a:buFont typeface="Wingdings" panose="05000000000000000000" pitchFamily="2" charset="2"/>
              <a:buChar char="Ø"/>
            </a:pPr>
            <a:r>
              <a:rPr lang="en-GB" sz="2800" dirty="0" smtClean="0"/>
              <a:t>Promoted financial literacy</a:t>
            </a:r>
          </a:p>
          <a:p>
            <a:pPr marL="285750" indent="-285750">
              <a:buFont typeface="Wingdings" panose="05000000000000000000" pitchFamily="2" charset="2"/>
              <a:buChar char="Ø"/>
            </a:pPr>
            <a:r>
              <a:rPr lang="en-GB" sz="2800" dirty="0" smtClean="0"/>
              <a:t>Provided safe, hands on fintech experience.</a:t>
            </a:r>
            <a:endParaRPr lang="en-GB" sz="2800" dirty="0"/>
          </a:p>
        </p:txBody>
      </p:sp>
    </p:spTree>
    <p:extLst>
      <p:ext uri="{BB962C8B-B14F-4D97-AF65-F5344CB8AC3E}">
        <p14:creationId xmlns:p14="http://schemas.microsoft.com/office/powerpoint/2010/main" val="1201229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0674" y="3009502"/>
            <a:ext cx="8911687" cy="1280890"/>
          </a:xfrm>
        </p:spPr>
        <p:txBody>
          <a:bodyPr>
            <a:normAutofit/>
          </a:bodyPr>
          <a:lstStyle/>
          <a:p>
            <a:r>
              <a:rPr lang="en-GB" sz="2800" dirty="0" smtClean="0"/>
              <a:t>THANK YOU FOR YOUR TIME AND ATTENTION</a:t>
            </a:r>
            <a:endParaRPr lang="en-GB" sz="2800" dirty="0"/>
          </a:p>
        </p:txBody>
      </p:sp>
    </p:spTree>
    <p:extLst>
      <p:ext uri="{BB962C8B-B14F-4D97-AF65-F5344CB8AC3E}">
        <p14:creationId xmlns:p14="http://schemas.microsoft.com/office/powerpoint/2010/main" val="235368128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49</TotalTime>
  <Words>249</Words>
  <Application>Microsoft Office PowerPoint</Application>
  <PresentationFormat>Widescreen</PresentationFormat>
  <Paragraphs>41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Wingdings</vt:lpstr>
      <vt:lpstr>Wingdings 3</vt:lpstr>
      <vt:lpstr>Wisp</vt:lpstr>
      <vt:lpstr>PowerPoint Presentation</vt:lpstr>
      <vt:lpstr>OUTLINE</vt:lpstr>
      <vt:lpstr>INTRODUCTION</vt:lpstr>
      <vt:lpstr>PROBLEM STATEMENT</vt:lpstr>
      <vt:lpstr>OBJECTIVE</vt:lpstr>
      <vt:lpstr>METHODOLOGY</vt:lpstr>
      <vt:lpstr>SYSTEM MODULES</vt:lpstr>
      <vt:lpstr>PowerPoint Presentation</vt:lpstr>
      <vt:lpstr>LIMITATION</vt:lpstr>
      <vt:lpstr>RECOMMENDATIONS</vt:lpstr>
      <vt:lpstr>CONCLUSION </vt:lpstr>
      <vt:lpstr>THANK YOU FOR YOUR TIME AND ATTENTION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Mike</dc:creator>
  <cp:lastModifiedBy>Mike</cp:lastModifiedBy>
  <cp:revision>6</cp:revision>
  <dcterms:created xsi:type="dcterms:W3CDTF">2025-07-18T07:45:12Z</dcterms:created>
  <dcterms:modified xsi:type="dcterms:W3CDTF">2025-07-18T08:34:26Z</dcterms:modified>
</cp:coreProperties>
</file>